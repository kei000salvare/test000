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ACEEB-A638-CB29-7A76-91B8A7141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7E8C65-4740-BDB1-8908-36458DF06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B4DB72-1924-D503-AD3D-8AC1BFED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97299E-DAE7-0264-42F0-8C50DA99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6200F8-AB84-C5AD-4F56-BD4DE677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71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AB6417-2FA2-D590-1EF9-9DAA8F1C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C787C6-5044-98F4-A212-0D0CB8EF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15CF21-F896-9CCE-9FCE-DF38CB47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8BE06F-C3EF-1074-71B5-DA053839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10664A-6305-D2E7-E46C-DBA0AB29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687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3C9C68-625C-E518-3151-21089749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0832E-4DF2-5887-763B-C53014438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508177-F2CC-B64D-709A-A684FD78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2D12EB-2AB2-FF73-6328-26E3D071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7FA736-293B-8246-4E3F-54FA40E4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162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9A70D6-29BC-25C7-DA5F-7EEF472D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48F4B7-5B5E-528E-0D4B-79FB4715C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CF00EA-6D26-FAFD-6FC0-09D3A6794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C5237B-214B-EF53-54CE-A3A8045E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81C3B9-5D55-8B99-6C01-57557FCB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BE8BFC-6ED5-8AD2-F323-39CAEFAF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69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4D40E7-BA8B-8033-7ED2-2D2797FC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70038A-E035-742B-4C87-93862A523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4B9B0A-0BC6-B082-BB56-32418974E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419042-08C4-A7A2-D883-783B3235D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FB5B550-3882-9132-AF1F-FEFAD379C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2C39EA-65C0-7581-426D-0914D677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F7D2DD1-497F-E425-51D0-FFB59C0E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8EADD7-2ABC-8D90-A227-ABBB3EFB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344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5E93A-8424-66E2-6525-F640C6C39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B3F858-0A8B-D756-0967-CC01CDA6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053807-52A6-D9FC-A407-471A1A27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068347-FA39-1F39-CCE1-6EB94F94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911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FDB4F13-3D64-86A8-4582-004AD118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F9E420-9898-8BB5-3B97-C4628E92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CAE89F-43E0-C5F8-C557-1917F0A6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6698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275787-786A-FB52-A726-34C1D519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59428E-82A1-9E58-9ACF-FDBEAFC68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E0EB0F-522A-DD14-FEF4-F3A76E70F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F3F194-9036-8DA9-1EC9-37F60D85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1F8361-B591-5490-8948-DEB1CFAC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38024E-DC44-177E-2F48-1768DB7F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21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C91015-7830-9DF7-5922-0542394D3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727D644-EC1C-4004-976D-9DF2397CA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368847-8722-0F54-4260-54AF957EA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B60ABB-1D2B-F298-7CDC-48202A62B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791B42-5C98-437B-1349-5E3785F5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8BCC9B-E5BA-7F90-9261-31A8C943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44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FEBE2D-7269-4B89-FAC5-9C60810E1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10F857-DDCA-BF77-5704-37274AB85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B7EE10-1BB7-C2B9-DFC2-0FC76907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D9101D-4A62-9A14-A891-D7643FCB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BAB3EA-F3E9-39F4-0086-2F0041DD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22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53C6A8-839B-A019-C190-6B1C9BB70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CF58DA-4547-B93F-7C65-4AC8BF1D3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C2DBC4-900D-2DDB-8EF5-0162EF1DF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D6D9AD-AE82-138C-108A-A98A3FA7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DAC688-CC9B-4C17-9568-A2CF71F6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16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DA4D9B-8180-8758-6639-095E4E5F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3CB7CD-8F64-0D03-634C-219AED615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F67592-39D3-1149-D404-DE24F7C9D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7D6EE-672E-40A7-B8EA-4B2AFED119E5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A21391-5431-258D-D5CF-EA5BC1285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FC8053-669B-DD66-1270-FB065F2F3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38B85-62B7-42E0-BDB0-962DC347AC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997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05DDAA-075E-044F-3FE0-07D42594D955}"/>
              </a:ext>
            </a:extLst>
          </p:cNvPr>
          <p:cNvSpPr txBox="1"/>
          <p:nvPr/>
        </p:nvSpPr>
        <p:spPr>
          <a:xfrm>
            <a:off x="1582040" y="2274041"/>
            <a:ext cx="1787669" cy="224676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a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．</a:t>
            </a:r>
            <a:endParaRPr lang="en-US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endParaRPr lang="en-US" altLang="ja-JP" sz="10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if 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条件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 :</a:t>
            </a: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	    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処理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1</a:t>
            </a: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endParaRPr lang="en-US" altLang="ja-JP" sz="10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else:</a:t>
            </a:r>
            <a:endParaRPr lang="ja-JP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	    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処理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2</a:t>
            </a:r>
            <a:endParaRPr lang="ja-JP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6C0837B-A658-7280-6D6F-2B39E6C95F9B}"/>
              </a:ext>
            </a:extLst>
          </p:cNvPr>
          <p:cNvSpPr txBox="1"/>
          <p:nvPr/>
        </p:nvSpPr>
        <p:spPr>
          <a:xfrm>
            <a:off x="3606360" y="2274041"/>
            <a:ext cx="954107" cy="17543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b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．</a:t>
            </a:r>
            <a:endParaRPr lang="en-US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endParaRPr lang="en-US" altLang="ja-JP" sz="8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処理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1</a:t>
            </a:r>
            <a:endParaRPr lang="ja-JP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処理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2</a:t>
            </a: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処理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3</a:t>
            </a:r>
            <a:endParaRPr lang="ja-JP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015D28-25D1-E781-A0D8-0BB1FB4ED7DB}"/>
              </a:ext>
            </a:extLst>
          </p:cNvPr>
          <p:cNvSpPr txBox="1"/>
          <p:nvPr/>
        </p:nvSpPr>
        <p:spPr>
          <a:xfrm>
            <a:off x="4797118" y="2269577"/>
            <a:ext cx="5724644" cy="135421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c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．</a:t>
            </a:r>
            <a:endParaRPr lang="en-US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endParaRPr lang="en-US" altLang="ja-JP" sz="8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for 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変数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 in range(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値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1, 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値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2, 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増減値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):</a:t>
            </a:r>
            <a:endParaRPr lang="ja-JP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  <a:p>
            <a:pPr algn="just">
              <a:tabLst>
                <a:tab pos="215900" algn="l"/>
                <a:tab pos="1871980" algn="l"/>
                <a:tab pos="2088515" algn="l"/>
              </a:tabLst>
            </a:pP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	    </a:t>
            </a:r>
            <a:r>
              <a:rPr lang="ja-JP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処理</a:t>
            </a:r>
            <a:r>
              <a:rPr lang="en-US" altLang="ja-JP" sz="2400" kern="100" dirty="0">
                <a:effectLst/>
                <a:latin typeface="BIZ UDゴシック" panose="020B0400000000000000" pitchFamily="49" charset="-128"/>
                <a:ea typeface="BIZ UDゴシック" panose="020B0400000000000000" pitchFamily="49" charset="-128"/>
                <a:cs typeface="Times New Roman" panose="02020603050405020304" pitchFamily="18" charset="0"/>
              </a:rPr>
              <a:t>1</a:t>
            </a:r>
            <a:endParaRPr lang="ja-JP" altLang="ja-JP" sz="2400" kern="100" dirty="0">
              <a:effectLst/>
              <a:latin typeface="BIZ UDゴシック" panose="020B0400000000000000" pitchFamily="49" charset="-128"/>
              <a:ea typeface="BIZ UDゴシック" panose="020B0400000000000000" pitchFamily="49" charset="-128"/>
              <a:cs typeface="Times New Roman" panose="02020603050405020304" pitchFamily="18" charset="0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037C8A4-5269-233D-ECAF-A7DB5A680EF4}"/>
              </a:ext>
            </a:extLst>
          </p:cNvPr>
          <p:cNvCxnSpPr/>
          <p:nvPr/>
        </p:nvCxnSpPr>
        <p:spPr>
          <a:xfrm>
            <a:off x="1582040" y="2730500"/>
            <a:ext cx="17876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DB29C76-8258-1510-B031-6576548C00C7}"/>
              </a:ext>
            </a:extLst>
          </p:cNvPr>
          <p:cNvCxnSpPr>
            <a:cxnSpLocks/>
          </p:cNvCxnSpPr>
          <p:nvPr/>
        </p:nvCxnSpPr>
        <p:spPr>
          <a:xfrm>
            <a:off x="3606360" y="2730500"/>
            <a:ext cx="95410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8E6BFF6-53ED-9A70-74BB-BBC2BBFF86DE}"/>
              </a:ext>
            </a:extLst>
          </p:cNvPr>
          <p:cNvCxnSpPr>
            <a:cxnSpLocks/>
          </p:cNvCxnSpPr>
          <p:nvPr/>
        </p:nvCxnSpPr>
        <p:spPr>
          <a:xfrm>
            <a:off x="4797118" y="2730500"/>
            <a:ext cx="57246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39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442614D-39A4-BA51-34EC-56321B2E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83" y="2218839"/>
            <a:ext cx="9071634" cy="24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3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920F3E-D121-9F4D-071C-14F54814CA23}"/>
              </a:ext>
            </a:extLst>
          </p:cNvPr>
          <p:cNvSpPr txBox="1"/>
          <p:nvPr/>
        </p:nvSpPr>
        <p:spPr>
          <a:xfrm>
            <a:off x="1500979" y="639579"/>
            <a:ext cx="4226157" cy="33855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97155" indent="98425" algn="just"/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ア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random</a:t>
            </a:r>
          </a:p>
          <a:p>
            <a:pPr marL="97155" indent="9842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marL="97155" indent="9842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a = random.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イ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(0, 99)</a:t>
            </a:r>
          </a:p>
          <a:p>
            <a:pPr marL="97155" indent="9842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marL="97155" indent="98425" algn="just"/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ウ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エ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:</a:t>
            </a:r>
          </a:p>
          <a:p>
            <a:pPr marL="97155" indent="9842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marL="97155" indent="9842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   print(a, '</a:t>
            </a:r>
            <a:r>
              <a:rPr lang="ja-JP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は偶数です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’)</a:t>
            </a:r>
          </a:p>
          <a:p>
            <a:pPr marL="97155" indent="9842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marL="97155" indent="98425" algn="just"/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オ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:</a:t>
            </a:r>
          </a:p>
          <a:p>
            <a:pPr marL="97155" indent="9842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marL="97155" indent="9842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   print(a, '</a:t>
            </a:r>
            <a:r>
              <a:rPr lang="ja-JP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は奇数です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')</a:t>
            </a:r>
            <a:endParaRPr lang="ja-JP" altLang="ja-JP" sz="2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4BAADD0-ADB1-14CD-C329-FF81D19B1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66" y="1237043"/>
            <a:ext cx="4285859" cy="35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8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920F3E-D121-9F4D-071C-14F54814CA23}"/>
              </a:ext>
            </a:extLst>
          </p:cNvPr>
          <p:cNvSpPr txBox="1"/>
          <p:nvPr/>
        </p:nvSpPr>
        <p:spPr>
          <a:xfrm>
            <a:off x="1567716" y="1989407"/>
            <a:ext cx="2670283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19621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i =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ア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endParaRPr lang="en-US" altLang="ja-JP" sz="2400" u="sng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9621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9621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while i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イ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0:</a:t>
            </a:r>
          </a:p>
          <a:p>
            <a:pPr indent="19621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9621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   print(i)</a:t>
            </a:r>
          </a:p>
          <a:p>
            <a:pPr indent="19621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9621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   i =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ウ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endParaRPr lang="ja-JP" altLang="ja-JP" sz="2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6551F60-9D2E-78F8-F880-3CBC5CA64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967" y="1989407"/>
            <a:ext cx="2743438" cy="23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3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920F3E-D121-9F4D-071C-14F54814CA23}"/>
              </a:ext>
            </a:extLst>
          </p:cNvPr>
          <p:cNvSpPr txBox="1"/>
          <p:nvPr/>
        </p:nvSpPr>
        <p:spPr>
          <a:xfrm>
            <a:off x="740086" y="1989407"/>
            <a:ext cx="4325543" cy="2831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s =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ア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endParaRPr lang="en-US" altLang="ja-JP" sz="2400" u="sng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for i in range(1,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イ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, 1):</a:t>
            </a: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   if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ウ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== 0:</a:t>
            </a: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       s =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エ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endParaRPr lang="en-US" altLang="ja-JP" sz="2400" u="sng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print(s)</a:t>
            </a:r>
            <a:endParaRPr lang="ja-JP" altLang="ja-JP" sz="2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DC467D4-92B4-01A7-6AB5-C548CBBC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84" y="2107201"/>
            <a:ext cx="4383404" cy="29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0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920F3E-D121-9F4D-071C-14F54814CA23}"/>
              </a:ext>
            </a:extLst>
          </p:cNvPr>
          <p:cNvSpPr txBox="1"/>
          <p:nvPr/>
        </p:nvSpPr>
        <p:spPr>
          <a:xfrm>
            <a:off x="1459032" y="1989407"/>
            <a:ext cx="2887650" cy="35086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s =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オ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endParaRPr lang="en-US" altLang="ja-JP" sz="2400" u="sng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i =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カ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endParaRPr lang="en-US" altLang="ja-JP" sz="2400" u="sng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while i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キ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99:</a:t>
            </a: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   s =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ク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endParaRPr lang="en-US" altLang="ja-JP" sz="2400" u="sng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    i = 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r>
              <a:rPr lang="ja-JP" altLang="ja-JP" sz="2400" b="1" i="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ケ</a:t>
            </a:r>
            <a:r>
              <a:rPr lang="ja-JP" altLang="ja-JP" sz="2400" u="sng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　　</a:t>
            </a:r>
            <a:endParaRPr lang="en-US" altLang="ja-JP" sz="2400" u="sng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ja-JP" altLang="ja-JP" sz="1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r>
              <a:rPr lang="en-US" altLang="ja-JP" sz="2400" kern="100" dirty="0">
                <a:effectLst/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print(s)</a:t>
            </a:r>
            <a:endParaRPr lang="ja-JP" altLang="ja-JP" sz="2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728E0D6-0631-EE9E-F554-62CAD1B34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192" y="1937687"/>
            <a:ext cx="2956816" cy="35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2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920F3E-D121-9F4D-071C-14F54814CA23}"/>
              </a:ext>
            </a:extLst>
          </p:cNvPr>
          <p:cNvSpPr txBox="1"/>
          <p:nvPr/>
        </p:nvSpPr>
        <p:spPr>
          <a:xfrm>
            <a:off x="2134702" y="1989407"/>
            <a:ext cx="153631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173355" algn="just"/>
            <a:r>
              <a:rPr lang="ja-JP" altLang="en-US" sz="2400" kern="1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Times New Roman" panose="02020603050405020304" pitchFamily="18" charset="0"/>
              </a:rPr>
              <a:t>３⁷　　　　　</a:t>
            </a:r>
            <a:endParaRPr lang="en-US" altLang="ja-JP" sz="2400" kern="1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en-US" altLang="ja-JP" sz="2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en-US" altLang="ja-JP" sz="2400" kern="1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  <a:p>
            <a:pPr indent="173355" algn="just"/>
            <a:endParaRPr lang="ja-JP" altLang="ja-JP" sz="2400" kern="100" dirty="0">
              <a:effectLst/>
              <a:latin typeface="UD デジタル 教科書体 NK" panose="02020400000000000000" pitchFamily="18" charset="-128"/>
              <a:ea typeface="UD デジタル 教科書体 NK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5855E9F-B401-F274-EE34-2240FEC87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550" y="1652339"/>
            <a:ext cx="2676899" cy="355332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6A87706-09B0-79C1-5A14-8B367840A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033" y="1557076"/>
            <a:ext cx="2343477" cy="3648584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C73095-778C-18CE-6A20-3CCB5B77CD6A}"/>
              </a:ext>
            </a:extLst>
          </p:cNvPr>
          <p:cNvSpPr/>
          <p:nvPr/>
        </p:nvSpPr>
        <p:spPr>
          <a:xfrm>
            <a:off x="5753099" y="3251200"/>
            <a:ext cx="990601" cy="42091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C402FB46-F978-000C-DBD6-136066758840}"/>
              </a:ext>
            </a:extLst>
          </p:cNvPr>
          <p:cNvSpPr/>
          <p:nvPr/>
        </p:nvSpPr>
        <p:spPr>
          <a:xfrm>
            <a:off x="7682178" y="1878575"/>
            <a:ext cx="1334125" cy="8956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AA4F197-B1F0-AB09-439A-7E61183EF853}"/>
              </a:ext>
            </a:extLst>
          </p:cNvPr>
          <p:cNvSpPr txBox="1"/>
          <p:nvPr/>
        </p:nvSpPr>
        <p:spPr>
          <a:xfrm>
            <a:off x="5274520" y="555925"/>
            <a:ext cx="6216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数字を変換することで指数を入力できる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D939402-E420-CE98-6D26-DDABAAD76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670" y="3648782"/>
            <a:ext cx="6852498" cy="47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5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162</Words>
  <Application>Microsoft Office PowerPoint</Application>
  <PresentationFormat>ワイド画面</PresentationFormat>
  <Paragraphs>57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BIZ UDゴシック</vt:lpstr>
      <vt:lpstr>UD デジタル 教科書体 NK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　井　啓　介</dc:creator>
  <cp:lastModifiedBy>新　井　啓　介</cp:lastModifiedBy>
  <cp:revision>3</cp:revision>
  <dcterms:created xsi:type="dcterms:W3CDTF">2025-07-18T03:14:06Z</dcterms:created>
  <dcterms:modified xsi:type="dcterms:W3CDTF">2025-07-18T05:31:00Z</dcterms:modified>
</cp:coreProperties>
</file>